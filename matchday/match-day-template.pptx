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12191970"/>
  <p:notesSz cx="1219197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3.png"/><Relationship Id="rId5" Type="http://schemas.openxmlformats.org/officeDocument/2006/relationships/image" Target="../media/image-1-5.png"/><Relationship Id="rId6" Type="http://schemas.openxmlformats.org/officeDocument/2006/relationships/image" Target="../media/image-1-5.png"/><Relationship Id="rId7" Type="http://schemas.openxmlformats.org/officeDocument/2006/relationships/image" Target="../media/image-1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97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-762000" y="4064000"/>
            <a:ext cx="8382000" cy="355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000" dirty="0">
                <a:solidFill>
                  <a:srgbClr val="FFFFFF">
                    <a:alpha val="7000"/>
                  </a:srgbClr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MATCH</a:t>
            </a:r>
            <a:endParaRPr lang="en-US" sz="25000" dirty="0"/>
          </a:p>
        </p:txBody>
      </p:sp>
      <p:sp>
        <p:nvSpPr>
          <p:cNvPr id="4" name="Text 1"/>
          <p:cNvSpPr txBox="1"/>
          <p:nvPr/>
        </p:nvSpPr>
        <p:spPr>
          <a:xfrm>
            <a:off x="762000" y="4635500"/>
            <a:ext cx="5334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00" dirty="0">
                <a:solidFill>
                  <a:srgbClr val="F0EEE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MATCH</a:t>
            </a:r>
            <a:endParaRPr lang="en-US" sz="15200" dirty="0"/>
          </a:p>
        </p:txBody>
      </p:sp>
      <p:pic>
        <p:nvPicPr>
          <p:cNvPr id="5" name="Image 1" descr="Player photo placehold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0" y="3048000"/>
            <a:ext cx="3556000" cy="74549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651000" y="9652000"/>
            <a:ext cx="355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6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PLAYER PHOTO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9B6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background removed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4445000" y="6540500"/>
            <a:ext cx="1905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dirty="0">
                <a:solidFill>
                  <a:srgbClr val="D9A441"/>
                </a:solidFill>
                <a:latin typeface="Great Vibes" pitchFamily="34" charset="0"/>
                <a:ea typeface="Great Vibes" pitchFamily="34" charset="-122"/>
                <a:cs typeface="Great Vibes" pitchFamily="34" charset="-120"/>
              </a:rPr>
              <a:t>Day</a:t>
            </a:r>
            <a:endParaRPr lang="en-US" sz="8800" dirty="0"/>
          </a:p>
        </p:txBody>
      </p:sp>
      <p:sp>
        <p:nvSpPr>
          <p:cNvPr id="8" name="Text 4"/>
          <p:cNvSpPr txBox="1"/>
          <p:nvPr/>
        </p:nvSpPr>
        <p:spPr>
          <a:xfrm>
            <a:off x="889000" y="1079500"/>
            <a:ext cx="355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spc="100" kern="0" dirty="0">
                <a:solidFill>
                  <a:srgbClr val="F0EE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HOME TEAM </a:t>
            </a:r>
            <a:pPr indent="0" marL="0">
              <a:lnSpc>
                <a:spcPct val="105000"/>
              </a:lnSpc>
              <a:buNone/>
            </a:pPr>
            <a:r>
              <a:rPr lang="en-US" sz="1500" spc="100" kern="0" dirty="0">
                <a:solidFill>
                  <a:srgbClr val="D9A4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spc="100" kern="0" dirty="0">
                <a:solidFill>
                  <a:srgbClr val="F0EE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AWAY TEAM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889000" y="1936750"/>
            <a:ext cx="355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spc="100" kern="0" dirty="0">
                <a:solidFill>
                  <a:srgbClr val="F0EE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COMPETITION NAME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spc="100" kern="0" dirty="0">
                <a:solidFill>
                  <a:srgbClr val="F0EE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VENUE NAME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spc="100" kern="0" dirty="0">
                <a:solidFill>
                  <a:srgbClr val="F0EE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SATURDAY | 18:00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699000" y="1016000"/>
            <a:ext cx="1524000" cy="825500"/>
          </a:xfrm>
          <a:prstGeom prst="rect">
            <a:avLst/>
          </a:prstGeom>
          <a:ln w="12700">
            <a:solidFill>
              <a:srgbClr val="D9A441"/>
            </a:solidFill>
            <a:prstDash val="solid"/>
          </a:ln>
        </p:spPr>
      </p:sp>
      <p:pic>
        <p:nvPicPr>
          <p:cNvPr id="11" name="Image 2" descr="Home crest placehol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1143000"/>
            <a:ext cx="558800" cy="558800"/>
          </a:xfrm>
          <a:prstGeom prst="rect">
            <a:avLst/>
          </a:prstGeom>
        </p:spPr>
      </p:pic>
      <p:pic>
        <p:nvPicPr>
          <p:cNvPr id="12" name="Image 3" descr="Away crest placehold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1143000"/>
            <a:ext cx="558800" cy="558800"/>
          </a:xfrm>
          <a:prstGeom prst="rect">
            <a:avLst/>
          </a:prstGeom>
        </p:spPr>
      </p:pic>
      <p:pic>
        <p:nvPicPr>
          <p:cNvPr id="13" name="Image 4" descr="Sponsor 1 placehold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000" y="8255000"/>
            <a:ext cx="355600" cy="355600"/>
          </a:xfrm>
          <a:prstGeom prst="rect">
            <a:avLst/>
          </a:prstGeom>
        </p:spPr>
      </p:pic>
      <p:pic>
        <p:nvPicPr>
          <p:cNvPr id="14" name="Image 5" descr="Sponsor 2 placehold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" y="8763000"/>
            <a:ext cx="355600" cy="355600"/>
          </a:xfrm>
          <a:prstGeom prst="rect">
            <a:avLst/>
          </a:prstGeom>
        </p:spPr>
      </p:pic>
      <p:pic>
        <p:nvPicPr>
          <p:cNvPr id="15" name="Image 6" descr="Sponsor 3 placehold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000" y="9271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Match Day story template</dc:title>
  <dc:subject>PptxGenJS Presentation</dc:subject>
  <dc:creator>PptxGenJS</dc:creator>
  <cp:lastModifiedBy>PptxGenJS</cp:lastModifiedBy>
  <cp:revision>1</cp:revision>
  <dcterms:created xsi:type="dcterms:W3CDTF">2026-09-30T15:57:24Z</dcterms:created>
  <dcterms:modified xsi:type="dcterms:W3CDTF">2026-09-30T15:57:24Z</dcterms:modified>
</cp:coreProperties>
</file>